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384" r:id="rId2"/>
    <p:sldId id="38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Hui 刘辉(PT,SWH)" initials="LH刘" lastIdx="1" clrIdx="0">
    <p:extLst>
      <p:ext uri="{19B8F6BF-5375-455C-9EA6-DF929625EA0E}">
        <p15:presenceInfo xmlns:p15="http://schemas.microsoft.com/office/powerpoint/2012/main" userId="S-1-5-21-3620022851-3191852527-2165335322-69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D9F1"/>
    <a:srgbClr val="0067A6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00" autoAdjust="0"/>
    <p:restoredTop sz="95501" autoAdjust="0"/>
  </p:normalViewPr>
  <p:slideViewPr>
    <p:cSldViewPr snapToGrid="0">
      <p:cViewPr varScale="1">
        <p:scale>
          <a:sx n="92" d="100"/>
          <a:sy n="92" d="100"/>
        </p:scale>
        <p:origin x="30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00230F-18B8-4BF7-ACCB-7F190EA6648E}" type="datetimeFigureOut">
              <a:rPr lang="zh-CN" altLang="en-US" smtClean="0"/>
              <a:t>2022/2/28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F615D-F6E4-4C1E-87F7-B29E045577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550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02699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lIns="97704" tIns="48852" rIns="97704" bIns="48852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383048" y="6574376"/>
            <a:ext cx="2844800" cy="365125"/>
          </a:xfrm>
          <a:prstGeom prst="rect">
            <a:avLst/>
          </a:prstGeom>
        </p:spPr>
        <p:txBody>
          <a:bodyPr vert="horz" lIns="97704" tIns="48852" rIns="97704" bIns="48852" rtlCol="0" anchor="ctr"/>
          <a:lstStyle>
            <a:lvl1pPr algn="r">
              <a:defRPr sz="12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5CE5E-E5E3-4C40-905C-7A121B2F50D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20060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319088"/>
            <a:ext cx="9855200" cy="563562"/>
          </a:xfrm>
          <a:prstGeom prst="rect">
            <a:avLst/>
          </a:prstGeom>
        </p:spPr>
        <p:txBody>
          <a:bodyPr lIns="97704" tIns="48852" rIns="97704" bIns="48852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44312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lIns="97704" tIns="48852" rIns="97704" bIns="48852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799" cy="2185988"/>
          </a:xfrm>
          <a:prstGeom prst="rect">
            <a:avLst/>
          </a:prstGeom>
        </p:spPr>
        <p:txBody>
          <a:bodyPr lIns="97704" tIns="48852" rIns="97704" bIns="48852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1" y="1600200"/>
            <a:ext cx="5384799" cy="2185988"/>
          </a:xfrm>
          <a:prstGeom prst="rect">
            <a:avLst/>
          </a:prstGeom>
        </p:spPr>
        <p:txBody>
          <a:bodyPr lIns="97704" tIns="48852" rIns="97704" bIns="48852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799" cy="2187575"/>
          </a:xfrm>
          <a:prstGeom prst="rect">
            <a:avLst/>
          </a:prstGeom>
        </p:spPr>
        <p:txBody>
          <a:bodyPr lIns="97704" tIns="48852" rIns="97704" bIns="48852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1" y="3938589"/>
            <a:ext cx="5384799" cy="2187575"/>
          </a:xfrm>
          <a:prstGeom prst="rect">
            <a:avLst/>
          </a:prstGeom>
        </p:spPr>
        <p:txBody>
          <a:bodyPr lIns="97704" tIns="48852" rIns="97704" bIns="48852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4559300" y="6165850"/>
            <a:ext cx="2540000" cy="457200"/>
          </a:xfrm>
          <a:prstGeom prst="rect">
            <a:avLst/>
          </a:prstGeom>
        </p:spPr>
        <p:txBody>
          <a:bodyPr lIns="97704" tIns="48852" rIns="97704" bIns="48852"/>
          <a:lstStyle>
            <a:lvl1pPr>
              <a:defRPr/>
            </a:lvl1pPr>
          </a:lstStyle>
          <a:p>
            <a:fld id="{3805CE5E-E5E3-4C40-905C-7A121B2F50D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84474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lIns="97704" tIns="48852" rIns="97704" bIns="48852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lIns="97704" tIns="48852" rIns="97704" bIns="48852"/>
          <a:lstStyle/>
          <a:p>
            <a:fld id="{A277460F-1FDB-4941-A3E7-760D60271B6C}" type="datetimeFigureOut">
              <a:rPr lang="zh-CN" altLang="en-US">
                <a:solidFill>
                  <a:prstClr val="black"/>
                </a:solidFill>
              </a:rPr>
              <a:pPr/>
              <a:t>2022/2/28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11"/>
          <p:cNvSpPr>
            <a:spLocks noGrp="1"/>
          </p:cNvSpPr>
          <p:nvPr>
            <p:ph type="sldNum" sz="quarter" idx="4"/>
          </p:nvPr>
        </p:nvSpPr>
        <p:spPr>
          <a:xfrm>
            <a:off x="9347242" y="6572250"/>
            <a:ext cx="2844800" cy="285750"/>
          </a:xfrm>
          <a:prstGeom prst="rect">
            <a:avLst/>
          </a:prstGeom>
        </p:spPr>
        <p:txBody>
          <a:bodyPr lIns="97704" tIns="48852" rIns="97704" bIns="48852"/>
          <a:lstStyle>
            <a:lvl1pPr algn="r">
              <a:defRPr sz="1234" u="none"/>
            </a:lvl1pPr>
          </a:lstStyle>
          <a:p>
            <a:fld id="{3805CE5E-E5E3-4C40-905C-7A121B2F50D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690822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06615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0" y="714376"/>
            <a:ext cx="12192000" cy="1588"/>
          </a:xfrm>
          <a:prstGeom prst="line">
            <a:avLst/>
          </a:prstGeom>
          <a:ln w="57150">
            <a:solidFill>
              <a:srgbClr val="0067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416" y="1"/>
            <a:ext cx="2351584" cy="67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直接连接符 9"/>
          <p:cNvCxnSpPr/>
          <p:nvPr/>
        </p:nvCxnSpPr>
        <p:spPr>
          <a:xfrm>
            <a:off x="0" y="6570694"/>
            <a:ext cx="12192000" cy="1587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383048" y="6574376"/>
            <a:ext cx="2844800" cy="365125"/>
          </a:xfrm>
          <a:prstGeom prst="rect">
            <a:avLst/>
          </a:prstGeom>
        </p:spPr>
        <p:txBody>
          <a:bodyPr vert="horz" lIns="97704" tIns="48852" rIns="97704" bIns="48852" rtlCol="0" anchor="ctr"/>
          <a:lstStyle>
            <a:lvl1pPr algn="r">
              <a:defRPr sz="12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5CE5E-E5E3-4C40-905C-7A121B2F50D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98577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lIns="97704" tIns="48852" rIns="97704" bIns="48852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383048" y="6574376"/>
            <a:ext cx="2844800" cy="365125"/>
          </a:xfrm>
          <a:prstGeom prst="rect">
            <a:avLst/>
          </a:prstGeom>
        </p:spPr>
        <p:txBody>
          <a:bodyPr vert="horz" lIns="97704" tIns="48852" rIns="97704" bIns="48852" rtlCol="0" anchor="ctr"/>
          <a:lstStyle>
            <a:lvl1pPr algn="r">
              <a:defRPr sz="12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5CE5E-E5E3-4C40-905C-7A121B2F50D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05189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319088"/>
            <a:ext cx="9855200" cy="563562"/>
          </a:xfrm>
          <a:prstGeom prst="rect">
            <a:avLst/>
          </a:prstGeom>
        </p:spPr>
        <p:txBody>
          <a:bodyPr lIns="97704" tIns="48852" rIns="97704" bIns="48852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92388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lIns="97704" tIns="48852" rIns="97704" bIns="48852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lIns="97704" tIns="48852" rIns="97704" bIns="48852"/>
          <a:lstStyle/>
          <a:p>
            <a:fld id="{A277460F-1FDB-4941-A3E7-760D60271B6C}" type="datetimeFigureOut">
              <a:rPr lang="zh-CN" altLang="en-US">
                <a:solidFill>
                  <a:prstClr val="black"/>
                </a:solidFill>
              </a:rPr>
              <a:pPr/>
              <a:t>2022/2/28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11"/>
          <p:cNvSpPr>
            <a:spLocks noGrp="1"/>
          </p:cNvSpPr>
          <p:nvPr>
            <p:ph type="sldNum" sz="quarter" idx="4"/>
          </p:nvPr>
        </p:nvSpPr>
        <p:spPr>
          <a:xfrm>
            <a:off x="9347242" y="6572250"/>
            <a:ext cx="2844800" cy="285750"/>
          </a:xfrm>
          <a:prstGeom prst="rect">
            <a:avLst/>
          </a:prstGeom>
        </p:spPr>
        <p:txBody>
          <a:bodyPr lIns="97704" tIns="48852" rIns="97704" bIns="48852"/>
          <a:lstStyle>
            <a:lvl1pPr algn="r">
              <a:defRPr sz="1234" u="none"/>
            </a:lvl1pPr>
          </a:lstStyle>
          <a:p>
            <a:fld id="{3805CE5E-E5E3-4C40-905C-7A121B2F50D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58210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10769600" y="6492876"/>
            <a:ext cx="2844800" cy="365125"/>
          </a:xfrm>
          <a:prstGeom prst="rect">
            <a:avLst/>
          </a:prstGeom>
        </p:spPr>
        <p:txBody>
          <a:bodyPr vert="horz" lIns="97704" tIns="48852" rIns="97704" bIns="48852" rtlCol="0" anchor="ctr"/>
          <a:lstStyle>
            <a:lvl1pPr algn="l">
              <a:defRPr sz="1234">
                <a:solidFill>
                  <a:schemeClr val="tx1">
                    <a:tint val="75000"/>
                  </a:schemeClr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defRPr>
            </a:lvl1pPr>
          </a:lstStyle>
          <a:p>
            <a:fld id="{A277460F-1FDB-4941-A3E7-760D60271B6C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753342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10769600" y="6492876"/>
            <a:ext cx="2844800" cy="365125"/>
          </a:xfrm>
          <a:prstGeom prst="rect">
            <a:avLst/>
          </a:prstGeom>
        </p:spPr>
        <p:txBody>
          <a:bodyPr vert="horz" lIns="97704" tIns="48852" rIns="97704" bIns="48852" rtlCol="0" anchor="ctr"/>
          <a:lstStyle>
            <a:lvl1pPr algn="l">
              <a:defRPr sz="1234">
                <a:solidFill>
                  <a:schemeClr val="tx1">
                    <a:tint val="75000"/>
                  </a:schemeClr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defRPr>
            </a:lvl1pPr>
          </a:lstStyle>
          <a:p>
            <a:fld id="{A277460F-1FDB-4941-A3E7-760D60271B6C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266378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10769600" y="6492876"/>
            <a:ext cx="2844800" cy="365125"/>
          </a:xfrm>
          <a:prstGeom prst="rect">
            <a:avLst/>
          </a:prstGeom>
        </p:spPr>
        <p:txBody>
          <a:bodyPr vert="horz" lIns="97704" tIns="48852" rIns="97704" bIns="48852" rtlCol="0" anchor="ctr"/>
          <a:lstStyle>
            <a:lvl1pPr algn="l">
              <a:defRPr sz="1234">
                <a:solidFill>
                  <a:schemeClr val="tx1">
                    <a:tint val="75000"/>
                  </a:schemeClr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defRPr>
            </a:lvl1pPr>
          </a:lstStyle>
          <a:p>
            <a:fld id="{A277460F-1FDB-4941-A3E7-760D60271B6C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208476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7969927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450325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10769600" y="6492876"/>
            <a:ext cx="2844800" cy="365125"/>
          </a:xfrm>
          <a:prstGeom prst="rect">
            <a:avLst/>
          </a:prstGeom>
        </p:spPr>
        <p:txBody>
          <a:bodyPr vert="horz" lIns="97704" tIns="48852" rIns="97704" bIns="48852" rtlCol="0" anchor="ctr"/>
          <a:lstStyle>
            <a:lvl1pPr algn="l">
              <a:defRPr sz="1234">
                <a:solidFill>
                  <a:schemeClr val="tx1">
                    <a:tint val="75000"/>
                  </a:schemeClr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defRPr>
            </a:lvl1pPr>
          </a:lstStyle>
          <a:p>
            <a:fld id="{A277460F-1FDB-4941-A3E7-760D60271B6C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2022/2/28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2424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0" y="714376"/>
            <a:ext cx="12192000" cy="1588"/>
          </a:xfrm>
          <a:prstGeom prst="line">
            <a:avLst/>
          </a:prstGeom>
          <a:ln w="57150">
            <a:solidFill>
              <a:srgbClr val="0067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416" y="1"/>
            <a:ext cx="2351584" cy="67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直接连接符 9"/>
          <p:cNvCxnSpPr/>
          <p:nvPr/>
        </p:nvCxnSpPr>
        <p:spPr>
          <a:xfrm>
            <a:off x="0" y="6570694"/>
            <a:ext cx="12192000" cy="1587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383048" y="6574376"/>
            <a:ext cx="2844800" cy="365125"/>
          </a:xfrm>
          <a:prstGeom prst="rect">
            <a:avLst/>
          </a:prstGeom>
        </p:spPr>
        <p:txBody>
          <a:bodyPr vert="horz" lIns="97704" tIns="48852" rIns="97704" bIns="48852" rtlCol="0" anchor="ctr"/>
          <a:lstStyle>
            <a:lvl1pPr algn="r">
              <a:defRPr sz="12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5CE5E-E5E3-4C40-905C-7A121B2F50D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911294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lIns="97704" tIns="48852" rIns="97704" bIns="48852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383048" y="6574376"/>
            <a:ext cx="2844800" cy="365125"/>
          </a:xfrm>
          <a:prstGeom prst="rect">
            <a:avLst/>
          </a:prstGeom>
        </p:spPr>
        <p:txBody>
          <a:bodyPr vert="horz" lIns="97704" tIns="48852" rIns="97704" bIns="48852" rtlCol="0" anchor="ctr"/>
          <a:lstStyle>
            <a:lvl1pPr algn="r">
              <a:defRPr sz="12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5CE5E-E5E3-4C40-905C-7A121B2F50D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96749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319088"/>
            <a:ext cx="9855200" cy="563562"/>
          </a:xfrm>
          <a:prstGeom prst="rect">
            <a:avLst/>
          </a:prstGeom>
        </p:spPr>
        <p:txBody>
          <a:bodyPr lIns="97704" tIns="48852" rIns="97704" bIns="48852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161272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0" y="714376"/>
            <a:ext cx="12192000" cy="1588"/>
          </a:xfrm>
          <a:prstGeom prst="line">
            <a:avLst/>
          </a:prstGeom>
          <a:ln w="57150">
            <a:solidFill>
              <a:srgbClr val="0067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416" y="1"/>
            <a:ext cx="2351584" cy="67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直接连接符 9"/>
          <p:cNvCxnSpPr/>
          <p:nvPr/>
        </p:nvCxnSpPr>
        <p:spPr>
          <a:xfrm>
            <a:off x="0" y="6570694"/>
            <a:ext cx="12192000" cy="1587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383048" y="6574376"/>
            <a:ext cx="2844800" cy="365125"/>
          </a:xfrm>
          <a:prstGeom prst="rect">
            <a:avLst/>
          </a:prstGeom>
        </p:spPr>
        <p:txBody>
          <a:bodyPr vert="horz" lIns="97704" tIns="48852" rIns="97704" bIns="48852" rtlCol="0" anchor="ctr"/>
          <a:lstStyle>
            <a:lvl1pPr algn="r">
              <a:defRPr sz="12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5CE5E-E5E3-4C40-905C-7A121B2F50D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51569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lIns="97704" tIns="48852" rIns="97704" bIns="48852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383048" y="6574376"/>
            <a:ext cx="2844800" cy="365125"/>
          </a:xfrm>
          <a:prstGeom prst="rect">
            <a:avLst/>
          </a:prstGeom>
        </p:spPr>
        <p:txBody>
          <a:bodyPr vert="horz" lIns="97704" tIns="48852" rIns="97704" bIns="48852" rtlCol="0" anchor="ctr"/>
          <a:lstStyle>
            <a:lvl1pPr algn="r">
              <a:defRPr sz="12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5CE5E-E5E3-4C40-905C-7A121B2F50D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205232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319088"/>
            <a:ext cx="9855200" cy="563562"/>
          </a:xfrm>
          <a:prstGeom prst="rect">
            <a:avLst/>
          </a:prstGeom>
        </p:spPr>
        <p:txBody>
          <a:bodyPr lIns="97704" tIns="48852" rIns="97704" bIns="48852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449171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lIns="97704" tIns="48852" rIns="97704" bIns="48852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lIns="97704" tIns="48852" rIns="97704" bIns="48852"/>
          <a:lstStyle/>
          <a:p>
            <a:fld id="{A277460F-1FDB-4941-A3E7-760D60271B6C}" type="datetimeFigureOut">
              <a:rPr lang="zh-CN" altLang="en-US">
                <a:solidFill>
                  <a:prstClr val="black"/>
                </a:solidFill>
              </a:rPr>
              <a:pPr/>
              <a:t>2022/2/28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11"/>
          <p:cNvSpPr>
            <a:spLocks noGrp="1"/>
          </p:cNvSpPr>
          <p:nvPr>
            <p:ph type="sldNum" sz="quarter" idx="4"/>
          </p:nvPr>
        </p:nvSpPr>
        <p:spPr>
          <a:xfrm>
            <a:off x="9347242" y="6572250"/>
            <a:ext cx="2844800" cy="285750"/>
          </a:xfrm>
          <a:prstGeom prst="rect">
            <a:avLst/>
          </a:prstGeom>
        </p:spPr>
        <p:txBody>
          <a:bodyPr lIns="97704" tIns="48852" rIns="97704" bIns="48852"/>
          <a:lstStyle>
            <a:lvl1pPr algn="r">
              <a:defRPr sz="1234" u="none"/>
            </a:lvl1pPr>
          </a:lstStyle>
          <a:p>
            <a:fld id="{3805CE5E-E5E3-4C40-905C-7A121B2F50D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009623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9098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32252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609600" y="6356356"/>
            <a:ext cx="2844800" cy="365125"/>
          </a:xfrm>
          <a:prstGeom prst="rect">
            <a:avLst/>
          </a:prstGeom>
        </p:spPr>
        <p:txBody>
          <a:bodyPr/>
          <a:lstStyle/>
          <a:p>
            <a:fld id="{A277460F-1FDB-4941-A3E7-760D60271B6C}" type="datetimeFigureOut">
              <a:rPr lang="zh-CN" altLang="en-US">
                <a:solidFill>
                  <a:prstClr val="black"/>
                </a:solidFill>
              </a:rPr>
              <a:pPr/>
              <a:t>2022/2/28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1"/>
          </p:nvPr>
        </p:nvSpPr>
        <p:spPr>
          <a:xfrm>
            <a:off x="8737600" y="6356356"/>
            <a:ext cx="2844800" cy="365125"/>
          </a:xfrm>
          <a:prstGeom prst="rect">
            <a:avLst/>
          </a:prstGeom>
        </p:spPr>
        <p:txBody>
          <a:bodyPr/>
          <a:lstStyle/>
          <a:p>
            <a:fld id="{3805CE5E-E5E3-4C40-905C-7A121B2F50D9}" type="slidenum">
              <a:rPr lang="zh-CN" altLang="en-US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2"/>
          </p:nvPr>
        </p:nvSpPr>
        <p:spPr>
          <a:xfrm>
            <a:off x="4165607" y="6356356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08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>
            <a:off x="0" y="6572343"/>
            <a:ext cx="12192000" cy="1587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6"/>
          <p:cNvCxnSpPr/>
          <p:nvPr/>
        </p:nvCxnSpPr>
        <p:spPr>
          <a:xfrm>
            <a:off x="0" y="762646"/>
            <a:ext cx="12192000" cy="19439"/>
          </a:xfrm>
          <a:prstGeom prst="line">
            <a:avLst/>
          </a:prstGeom>
          <a:ln w="44450">
            <a:solidFill>
              <a:srgbClr val="0067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87" b="21710"/>
          <a:stretch/>
        </p:blipFill>
        <p:spPr>
          <a:xfrm>
            <a:off x="9113776" y="91067"/>
            <a:ext cx="1036330" cy="6186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753" y="101856"/>
            <a:ext cx="1055830" cy="604469"/>
          </a:xfrm>
          <a:prstGeom prst="rect">
            <a:avLst/>
          </a:prstGeom>
        </p:spPr>
      </p:pic>
      <p:grpSp>
        <p:nvGrpSpPr>
          <p:cNvPr id="11" name="Group 10"/>
          <p:cNvGrpSpPr/>
          <p:nvPr userDrawn="1"/>
        </p:nvGrpSpPr>
        <p:grpSpPr>
          <a:xfrm>
            <a:off x="5036071" y="6566351"/>
            <a:ext cx="2119858" cy="291649"/>
            <a:chOff x="3692989" y="6566646"/>
            <a:chExt cx="2119858" cy="291649"/>
          </a:xfrm>
        </p:grpSpPr>
        <p:pic>
          <p:nvPicPr>
            <p:cNvPr id="12" name="Picture 11"/>
            <p:cNvPicPr>
              <a:picLocks noChangeAspect="1"/>
            </p:cNvPicPr>
            <p:nvPr userDrawn="1"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2989" y="6566646"/>
              <a:ext cx="802876" cy="291354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 userDrawn="1"/>
          </p:nvSpPr>
          <p:spPr>
            <a:xfrm>
              <a:off x="4845916" y="6579629"/>
              <a:ext cx="966931" cy="278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11" b="1" i="1" u="none" strike="noStrike" kern="1200" cap="none" spc="0" normalizeH="0" baseline="0" noProof="0" dirty="0">
                  <a:ln>
                    <a:noFill/>
                  </a:ln>
                  <a:solidFill>
                    <a:srgbClr val="0055A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rPr>
                <a:t>奋斗 </a:t>
              </a:r>
              <a:r>
                <a:rPr kumimoji="0" lang="en-US" altLang="zh-CN" sz="1200" b="1" i="1" u="none" strike="noStrike" kern="1200" cap="none" spc="0" normalizeH="0" baseline="0" noProof="0" dirty="0">
                  <a:ln>
                    <a:noFill/>
                  </a:ln>
                  <a:solidFill>
                    <a:srgbClr val="0055A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rPr>
                <a:t>· </a:t>
              </a:r>
              <a:r>
                <a:rPr kumimoji="0" lang="zh-CN" altLang="en-US" sz="1211" b="1" i="1" u="none" strike="noStrike" kern="1200" cap="none" spc="0" normalizeH="0" baseline="0" noProof="0" dirty="0">
                  <a:ln>
                    <a:noFill/>
                  </a:ln>
                  <a:solidFill>
                    <a:srgbClr val="0055A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rPr>
                <a:t>进取</a:t>
              </a:r>
              <a:endParaRPr kumimoji="0" lang="zh-CN" altLang="en-US" sz="997" b="1" i="1" u="none" strike="noStrike" kern="1200" cap="none" spc="0" normalizeH="0" baseline="0" noProof="0" dirty="0">
                <a:ln>
                  <a:noFill/>
                </a:ln>
                <a:solidFill>
                  <a:srgbClr val="0055A9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11" t="25051" r="19595" b="25388"/>
          <a:stretch/>
        </p:blipFill>
        <p:spPr>
          <a:xfrm>
            <a:off x="11059583" y="101856"/>
            <a:ext cx="971550" cy="6132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35" y="-46719"/>
            <a:ext cx="1210153" cy="85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3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</p:sldLayoutIdLst>
  <p:transition>
    <p:fade/>
  </p:transition>
  <p:txStyles>
    <p:titleStyle>
      <a:lvl1pPr algn="ctr" defTabSz="927696" rtl="0" eaLnBrk="1" latinLnBrk="0" hangingPunct="1">
        <a:spcBef>
          <a:spcPct val="0"/>
        </a:spcBef>
        <a:buNone/>
        <a:defRPr sz="44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7886" indent="-347886" algn="l" defTabSz="927696" rtl="0" eaLnBrk="1" latinLnBrk="0" hangingPunct="1">
        <a:spcBef>
          <a:spcPct val="20000"/>
        </a:spcBef>
        <a:buFont typeface="Arial" pitchFamily="34" charset="0"/>
        <a:buChar char="•"/>
        <a:defRPr sz="3228" kern="1200">
          <a:solidFill>
            <a:schemeClr val="tx1"/>
          </a:solidFill>
          <a:latin typeface="+mn-lt"/>
          <a:ea typeface="+mn-ea"/>
          <a:cs typeface="+mn-cs"/>
        </a:defRPr>
      </a:lvl1pPr>
      <a:lvl2pPr marL="753753" indent="-289905" algn="l" defTabSz="927696" rtl="0" eaLnBrk="1" latinLnBrk="0" hangingPunct="1">
        <a:spcBef>
          <a:spcPct val="20000"/>
        </a:spcBef>
        <a:buFont typeface="Arial" pitchFamily="34" charset="0"/>
        <a:buChar char="–"/>
        <a:defRPr sz="2849" kern="1200">
          <a:solidFill>
            <a:schemeClr val="tx1"/>
          </a:solidFill>
          <a:latin typeface="+mn-lt"/>
          <a:ea typeface="+mn-ea"/>
          <a:cs typeface="+mn-cs"/>
        </a:defRPr>
      </a:lvl2pPr>
      <a:lvl3pPr marL="1159621" indent="-231924" algn="l" defTabSz="927696" rtl="0" eaLnBrk="1" latinLnBrk="0" hangingPunct="1">
        <a:spcBef>
          <a:spcPct val="20000"/>
        </a:spcBef>
        <a:buFont typeface="Arial" pitchFamily="34" charset="0"/>
        <a:buChar char="•"/>
        <a:defRPr sz="2469" kern="1200">
          <a:solidFill>
            <a:schemeClr val="tx1"/>
          </a:solidFill>
          <a:latin typeface="+mn-lt"/>
          <a:ea typeface="+mn-ea"/>
          <a:cs typeface="+mn-cs"/>
        </a:defRPr>
      </a:lvl3pPr>
      <a:lvl4pPr marL="1623468" indent="-231924" algn="l" defTabSz="927696" rtl="0" eaLnBrk="1" latinLnBrk="0" hangingPunct="1">
        <a:spcBef>
          <a:spcPct val="20000"/>
        </a:spcBef>
        <a:buFont typeface="Arial" pitchFamily="34" charset="0"/>
        <a:buChar char="–"/>
        <a:defRPr sz="1994" kern="1200">
          <a:solidFill>
            <a:schemeClr val="tx1"/>
          </a:solidFill>
          <a:latin typeface="+mn-lt"/>
          <a:ea typeface="+mn-ea"/>
          <a:cs typeface="+mn-cs"/>
        </a:defRPr>
      </a:lvl4pPr>
      <a:lvl5pPr marL="2087316" indent="-231924" algn="l" defTabSz="927696" rtl="0" eaLnBrk="1" latinLnBrk="0" hangingPunct="1">
        <a:spcBef>
          <a:spcPct val="20000"/>
        </a:spcBef>
        <a:buFont typeface="Arial" pitchFamily="34" charset="0"/>
        <a:buChar char="»"/>
        <a:defRPr sz="1994" kern="1200">
          <a:solidFill>
            <a:schemeClr val="tx1"/>
          </a:solidFill>
          <a:latin typeface="+mn-lt"/>
          <a:ea typeface="+mn-ea"/>
          <a:cs typeface="+mn-cs"/>
        </a:defRPr>
      </a:lvl5pPr>
      <a:lvl6pPr marL="2551164" indent="-231924" algn="l" defTabSz="927696" rtl="0" eaLnBrk="1" latinLnBrk="0" hangingPunct="1">
        <a:spcBef>
          <a:spcPct val="20000"/>
        </a:spcBef>
        <a:buFont typeface="Arial" pitchFamily="34" charset="0"/>
        <a:buChar char="•"/>
        <a:defRPr sz="1994" kern="1200">
          <a:solidFill>
            <a:schemeClr val="tx1"/>
          </a:solidFill>
          <a:latin typeface="+mn-lt"/>
          <a:ea typeface="+mn-ea"/>
          <a:cs typeface="+mn-cs"/>
        </a:defRPr>
      </a:lvl6pPr>
      <a:lvl7pPr marL="3015012" indent="-231924" algn="l" defTabSz="927696" rtl="0" eaLnBrk="1" latinLnBrk="0" hangingPunct="1">
        <a:spcBef>
          <a:spcPct val="20000"/>
        </a:spcBef>
        <a:buFont typeface="Arial" pitchFamily="34" charset="0"/>
        <a:buChar char="•"/>
        <a:defRPr sz="1994" kern="1200">
          <a:solidFill>
            <a:schemeClr val="tx1"/>
          </a:solidFill>
          <a:latin typeface="+mn-lt"/>
          <a:ea typeface="+mn-ea"/>
          <a:cs typeface="+mn-cs"/>
        </a:defRPr>
      </a:lvl7pPr>
      <a:lvl8pPr marL="3478861" indent="-231924" algn="l" defTabSz="927696" rtl="0" eaLnBrk="1" latinLnBrk="0" hangingPunct="1">
        <a:spcBef>
          <a:spcPct val="20000"/>
        </a:spcBef>
        <a:buFont typeface="Arial" pitchFamily="34" charset="0"/>
        <a:buChar char="•"/>
        <a:defRPr sz="1994" kern="1200">
          <a:solidFill>
            <a:schemeClr val="tx1"/>
          </a:solidFill>
          <a:latin typeface="+mn-lt"/>
          <a:ea typeface="+mn-ea"/>
          <a:cs typeface="+mn-cs"/>
        </a:defRPr>
      </a:lvl8pPr>
      <a:lvl9pPr marL="3942709" indent="-231924" algn="l" defTabSz="927696" rtl="0" eaLnBrk="1" latinLnBrk="0" hangingPunct="1">
        <a:spcBef>
          <a:spcPct val="20000"/>
        </a:spcBef>
        <a:buFont typeface="Arial" pitchFamily="34" charset="0"/>
        <a:buChar char="•"/>
        <a:defRPr sz="19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27696" rtl="0" eaLnBrk="1" latinLnBrk="0" hangingPunct="1">
        <a:defRPr sz="1804" kern="1200">
          <a:solidFill>
            <a:schemeClr val="tx1"/>
          </a:solidFill>
          <a:latin typeface="+mn-lt"/>
          <a:ea typeface="+mn-ea"/>
          <a:cs typeface="+mn-cs"/>
        </a:defRPr>
      </a:lvl1pPr>
      <a:lvl2pPr marL="463848" algn="l" defTabSz="927696" rtl="0" eaLnBrk="1" latinLnBrk="0" hangingPunct="1">
        <a:defRPr sz="1804" kern="1200">
          <a:solidFill>
            <a:schemeClr val="tx1"/>
          </a:solidFill>
          <a:latin typeface="+mn-lt"/>
          <a:ea typeface="+mn-ea"/>
          <a:cs typeface="+mn-cs"/>
        </a:defRPr>
      </a:lvl2pPr>
      <a:lvl3pPr marL="927696" algn="l" defTabSz="927696" rtl="0" eaLnBrk="1" latinLnBrk="0" hangingPunct="1">
        <a:defRPr sz="1804" kern="1200">
          <a:solidFill>
            <a:schemeClr val="tx1"/>
          </a:solidFill>
          <a:latin typeface="+mn-lt"/>
          <a:ea typeface="+mn-ea"/>
          <a:cs typeface="+mn-cs"/>
        </a:defRPr>
      </a:lvl3pPr>
      <a:lvl4pPr marL="1391544" algn="l" defTabSz="927696" rtl="0" eaLnBrk="1" latinLnBrk="0" hangingPunct="1">
        <a:defRPr sz="1804" kern="1200">
          <a:solidFill>
            <a:schemeClr val="tx1"/>
          </a:solidFill>
          <a:latin typeface="+mn-lt"/>
          <a:ea typeface="+mn-ea"/>
          <a:cs typeface="+mn-cs"/>
        </a:defRPr>
      </a:lvl4pPr>
      <a:lvl5pPr marL="1855392" algn="l" defTabSz="927696" rtl="0" eaLnBrk="1" latinLnBrk="0" hangingPunct="1">
        <a:defRPr sz="1804" kern="1200">
          <a:solidFill>
            <a:schemeClr val="tx1"/>
          </a:solidFill>
          <a:latin typeface="+mn-lt"/>
          <a:ea typeface="+mn-ea"/>
          <a:cs typeface="+mn-cs"/>
        </a:defRPr>
      </a:lvl5pPr>
      <a:lvl6pPr marL="2319240" algn="l" defTabSz="927696" rtl="0" eaLnBrk="1" latinLnBrk="0" hangingPunct="1">
        <a:defRPr sz="1804" kern="1200">
          <a:solidFill>
            <a:schemeClr val="tx1"/>
          </a:solidFill>
          <a:latin typeface="+mn-lt"/>
          <a:ea typeface="+mn-ea"/>
          <a:cs typeface="+mn-cs"/>
        </a:defRPr>
      </a:lvl6pPr>
      <a:lvl7pPr marL="2783088" algn="l" defTabSz="927696" rtl="0" eaLnBrk="1" latinLnBrk="0" hangingPunct="1">
        <a:defRPr sz="1804" kern="1200">
          <a:solidFill>
            <a:schemeClr val="tx1"/>
          </a:solidFill>
          <a:latin typeface="+mn-lt"/>
          <a:ea typeface="+mn-ea"/>
          <a:cs typeface="+mn-cs"/>
        </a:defRPr>
      </a:lvl7pPr>
      <a:lvl8pPr marL="3246936" algn="l" defTabSz="927696" rtl="0" eaLnBrk="1" latinLnBrk="0" hangingPunct="1">
        <a:defRPr sz="1804" kern="1200">
          <a:solidFill>
            <a:schemeClr val="tx1"/>
          </a:solidFill>
          <a:latin typeface="+mn-lt"/>
          <a:ea typeface="+mn-ea"/>
          <a:cs typeface="+mn-cs"/>
        </a:defRPr>
      </a:lvl8pPr>
      <a:lvl9pPr marL="3710785" algn="l" defTabSz="927696" rtl="0" eaLnBrk="1" latinLnBrk="0" hangingPunct="1">
        <a:defRPr sz="18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D2184420-2B54-4E5E-9B14-F3C1C4D2E594}"/>
              </a:ext>
            </a:extLst>
          </p:cNvPr>
          <p:cNvSpPr txBox="1"/>
          <p:nvPr/>
        </p:nvSpPr>
        <p:spPr bwMode="auto">
          <a:xfrm>
            <a:off x="608520" y="882467"/>
            <a:ext cx="11394183" cy="45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设备故障频次分析</a:t>
            </a: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52">
            <a:extLst>
              <a:ext uri="{FF2B5EF4-FFF2-40B4-BE49-F238E27FC236}">
                <a16:creationId xmlns:a16="http://schemas.microsoft.com/office/drawing/2014/main" id="{BC8895E6-8029-494C-A55C-4CD91080EEEA}"/>
              </a:ext>
            </a:extLst>
          </p:cNvPr>
          <p:cNvSpPr/>
          <p:nvPr/>
        </p:nvSpPr>
        <p:spPr>
          <a:xfrm>
            <a:off x="608519" y="5372409"/>
            <a:ext cx="11394183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分析机运设备故障频次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Pareto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图，主要有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类故障：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Pallet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机械报错，传感器检测报错，驱动电气报错，尺寸监控报错，输送设备报错，其他报错。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Pallet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机械报错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传感器检测报错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频次占比达到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77.9%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，需要聚焦资源优先解决。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406D4CDF-C892-402A-8421-B06755BDE869}"/>
              </a:ext>
            </a:extLst>
          </p:cNvPr>
          <p:cNvSpPr/>
          <p:nvPr/>
        </p:nvSpPr>
        <p:spPr>
          <a:xfrm>
            <a:off x="608520" y="1296959"/>
            <a:ext cx="11394183" cy="578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从机运数据系统中拉取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6.1—6.20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号生产期间机运故障数据，根据报警信息划分故障类型，进行数据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13">
            <a:extLst>
              <a:ext uri="{FF2B5EF4-FFF2-40B4-BE49-F238E27FC236}">
                <a16:creationId xmlns:a16="http://schemas.microsoft.com/office/drawing/2014/main" id="{840FB254-8871-47AE-87FB-959FCE22F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080" y="1874301"/>
            <a:ext cx="5246398" cy="3499621"/>
          </a:xfrm>
          <a:prstGeom prst="rect">
            <a:avLst/>
          </a:prstGeom>
        </p:spPr>
      </p:pic>
      <p:sp>
        <p:nvSpPr>
          <p:cNvPr id="7" name="Rectangle: Rounded Corners 1">
            <a:extLst>
              <a:ext uri="{FF2B5EF4-FFF2-40B4-BE49-F238E27FC236}">
                <a16:creationId xmlns:a16="http://schemas.microsoft.com/office/drawing/2014/main" id="{D9AE87FC-0345-4738-AB74-F37ECECFE9B4}"/>
              </a:ext>
            </a:extLst>
          </p:cNvPr>
          <p:cNvSpPr/>
          <p:nvPr/>
        </p:nvSpPr>
        <p:spPr>
          <a:xfrm>
            <a:off x="3117261" y="4245096"/>
            <a:ext cx="1681018" cy="1079109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D4FB58-950B-4D66-A031-36C3A835AC82}"/>
              </a:ext>
            </a:extLst>
          </p:cNvPr>
          <p:cNvSpPr txBox="1"/>
          <p:nvPr/>
        </p:nvSpPr>
        <p:spPr>
          <a:xfrm>
            <a:off x="2986123" y="152001"/>
            <a:ext cx="5211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车身机运关键数据智能追踪系统</a:t>
            </a:r>
          </a:p>
        </p:txBody>
      </p:sp>
    </p:spTree>
    <p:extLst>
      <p:ext uri="{BB962C8B-B14F-4D97-AF65-F5344CB8AC3E}">
        <p14:creationId xmlns:p14="http://schemas.microsoft.com/office/powerpoint/2010/main" val="108378188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>
            <a:extLst>
              <a:ext uri="{FF2B5EF4-FFF2-40B4-BE49-F238E27FC236}">
                <a16:creationId xmlns:a16="http://schemas.microsoft.com/office/drawing/2014/main" id="{5B5DC9C0-8A12-4984-BB19-2A0FB9D8CDDE}"/>
              </a:ext>
            </a:extLst>
          </p:cNvPr>
          <p:cNvSpPr txBox="1"/>
          <p:nvPr/>
        </p:nvSpPr>
        <p:spPr bwMode="auto">
          <a:xfrm>
            <a:off x="608520" y="882467"/>
            <a:ext cx="11394183" cy="45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人工处理工时分析</a:t>
            </a:r>
          </a:p>
        </p:txBody>
      </p:sp>
      <p:sp>
        <p:nvSpPr>
          <p:cNvPr id="4" name="Rectangle 52">
            <a:extLst>
              <a:ext uri="{FF2B5EF4-FFF2-40B4-BE49-F238E27FC236}">
                <a16:creationId xmlns:a16="http://schemas.microsoft.com/office/drawing/2014/main" id="{9D50AF94-5B2D-47E8-AE96-19060277BDCF}"/>
              </a:ext>
            </a:extLst>
          </p:cNvPr>
          <p:cNvSpPr/>
          <p:nvPr/>
        </p:nvSpPr>
        <p:spPr>
          <a:xfrm>
            <a:off x="608520" y="5132764"/>
            <a:ext cx="11394183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Pallet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机械报错故障人工处理工时存在异常点，调查原因为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Pallet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机械故障无法在线修复，需人工下线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Pallet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修复，导致人工处理工时异常增加，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人工下线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Pallet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处理工时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需要研究攻关。</a:t>
            </a: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尺寸监控报错人工处理工时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均值和中位数偏高，此类故障处理时间较长，需要重点解决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2F12D778-870D-4A37-B753-E80C3D366642}"/>
              </a:ext>
            </a:extLst>
          </p:cNvPr>
          <p:cNvSpPr/>
          <p:nvPr/>
        </p:nvSpPr>
        <p:spPr>
          <a:xfrm>
            <a:off x="608520" y="1296959"/>
            <a:ext cx="11394183" cy="5788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从机运数据系统中拉取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6.1—6.20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号生产期间机运故障人工处理工时数据，进行统计分析。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B2B1F862-656B-4423-A79D-1ED59C3A6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484" y="1875813"/>
            <a:ext cx="6090663" cy="3530427"/>
          </a:xfrm>
          <a:prstGeom prst="rect">
            <a:avLst/>
          </a:prstGeom>
        </p:spPr>
      </p:pic>
      <p:sp>
        <p:nvSpPr>
          <p:cNvPr id="7" name="Rectangle 8">
            <a:extLst>
              <a:ext uri="{FF2B5EF4-FFF2-40B4-BE49-F238E27FC236}">
                <a16:creationId xmlns:a16="http://schemas.microsoft.com/office/drawing/2014/main" id="{599C9168-63EB-4085-8A4B-7E43C437D64D}"/>
              </a:ext>
            </a:extLst>
          </p:cNvPr>
          <p:cNvSpPr/>
          <p:nvPr/>
        </p:nvSpPr>
        <p:spPr>
          <a:xfrm>
            <a:off x="3566445" y="2410251"/>
            <a:ext cx="517237" cy="1616363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A1E56056-3A96-4A84-B86A-C5DFA85E44AD}"/>
              </a:ext>
            </a:extLst>
          </p:cNvPr>
          <p:cNvSpPr/>
          <p:nvPr/>
        </p:nvSpPr>
        <p:spPr>
          <a:xfrm>
            <a:off x="4320570" y="2836421"/>
            <a:ext cx="628073" cy="932873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9DC6D0-E5F5-4C6F-AB75-80F3C375ABC3}"/>
              </a:ext>
            </a:extLst>
          </p:cNvPr>
          <p:cNvSpPr txBox="1"/>
          <p:nvPr/>
        </p:nvSpPr>
        <p:spPr>
          <a:xfrm>
            <a:off x="2986123" y="152001"/>
            <a:ext cx="5211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车身机运关键数据智能追踪系统</a:t>
            </a:r>
          </a:p>
        </p:txBody>
      </p:sp>
    </p:spTree>
    <p:extLst>
      <p:ext uri="{BB962C8B-B14F-4D97-AF65-F5344CB8AC3E}">
        <p14:creationId xmlns:p14="http://schemas.microsoft.com/office/powerpoint/2010/main" val="326489294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heme2" id="{77EFAC85-A3C7-4BC8-8246-44C1014ABB92}" vid="{519B2A11-E1CA-4FBE-9B96-7F6C90F00B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11715</TotalTime>
  <Words>199</Words>
  <Application>Microsoft Office PowerPoint</Application>
  <PresentationFormat>宽屏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 Unicode MS</vt:lpstr>
      <vt:lpstr>微软雅黑</vt:lpstr>
      <vt:lpstr>Arial</vt:lpstr>
      <vt:lpstr>Calibri</vt:lpstr>
      <vt:lpstr>Verdana</vt:lpstr>
      <vt:lpstr>Wingdings</vt:lpstr>
      <vt:lpstr>Theme2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Cheng Yang 程阳(PT,SWH)</dc:creator>
  <cp:lastModifiedBy>黄 悦洋</cp:lastModifiedBy>
  <cp:revision>529</cp:revision>
  <dcterms:created xsi:type="dcterms:W3CDTF">2018-02-12T03:18:37Z</dcterms:created>
  <dcterms:modified xsi:type="dcterms:W3CDTF">2022-02-28T07:12:21Z</dcterms:modified>
</cp:coreProperties>
</file>